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64592" cy="12801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8B09A"/>
                </a:solidFill>
                <a:latin typeface="Calibri"/>
              </a:rPr>
              <a:t>PLATAFORMA SOC / SOAR CON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Centinela-AI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7D2E0"/>
                </a:solidFill>
                <a:latin typeface="Calibri"/>
              </a:rPr>
              <a:t>Ciberseguridad continua, correlacionada por IA, con remediación asistida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78C"/>
                </a:solidFill>
                <a:latin typeface="Calibri"/>
              </a:rPr>
              <a:t>Presentación Ejecutiva  ·  Actualizado 11 de agosto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1. ORIGEN Y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es Centinela-AI y por qué se creó?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El problema que existía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>Casmarts operaba con más de una decena de herramientas de seguridad desconectadas entre sí — cada una con su propio panel, su propio formato y nadie que las leyera todas juntas. El resultado: vulnerabilidades reales tardaban semanas en detectarse y, aun detectadas, tardaban semanas más en corregirse porque nadie tenía tiempo de revisar manualmente cientos de alertas técnicas.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>Centinela-AI nació para resolver exactamente eso: un solo sistema que vigila toda la infraestructura, entiende qué tan grave es cada hallazgo, y propone (o aplica, con aprobación humana) la corrección — en vez de sumar una herramienta más a la pila.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8B09A"/>
                </a:solidFill>
                <a:latin typeface="Calibri"/>
              </a:rPr>
              <a:t>En una frase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Centinela-AI es el vigilante permanente de la seguridad de Casmarts: encuentra los puntos débiles, entiende qué tan urgentes son, y ayuda a corregirlos — todo en un solo lugar.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2A11D"/>
                </a:solidFill>
                <a:latin typeface="Calibri"/>
              </a:rPr>
              <a:t>Lo que reemplaza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10-15 herramientas de escaneo desconectadas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663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Revisión manual de alertas técnicas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166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Semanas de espera entre detección y corrección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2. FUNCIONAMIENTO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¿Cómo trabaja Centinela-AI, en 4 pasos?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Vigila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Revisa continuamente servidores, bases de datos, aplicaciones y repositorios de código en busca de puntos débiles.</a:t>
            </a:r>
          </a:p>
        </p:txBody>
      </p:sp>
      <p:sp>
        <p:nvSpPr>
          <p:cNvPr id="9" name="Chevron 8"/>
          <p:cNvSpPr/>
          <p:nvPr/>
        </p:nvSpPr>
        <p:spPr>
          <a:xfrm>
            <a:off x="3218688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9312" y="1965960"/>
            <a:ext cx="640080" cy="640080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Entiende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Una Inteligencia Artificial analiza cada hallazgo: qué tan grave es, qué tan probable es que lo exploten, y qué impacto real tendría.</a:t>
            </a:r>
          </a:p>
        </p:txBody>
      </p:sp>
      <p:sp>
        <p:nvSpPr>
          <p:cNvPr id="14" name="Chevron 13"/>
          <p:cNvSpPr/>
          <p:nvPr/>
        </p:nvSpPr>
        <p:spPr>
          <a:xfrm>
            <a:off x="6080760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01384" y="1965960"/>
            <a:ext cx="640080" cy="640080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Propone la corrección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Genera el parche exacto o el script de corrección — no una recomendación genérica, sino la solución lista para aplicar.</a:t>
            </a:r>
          </a:p>
        </p:txBody>
      </p:sp>
      <p:sp>
        <p:nvSpPr>
          <p:cNvPr id="19" name="Chevron 18"/>
          <p:cNvSpPr/>
          <p:nvPr/>
        </p:nvSpPr>
        <p:spPr>
          <a:xfrm>
            <a:off x="8942832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63456" y="1965960"/>
            <a:ext cx="640080" cy="640080"/>
          </a:xfrm>
          <a:prstGeom prst="ellipse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Corrige con aprobación humana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responsable aprueba con un clic. Centinela-AI aplica el cambio y deja registro completo de quién, qué y cuándo.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3. COBERTURA TÉCNICA (PARTE 1 DE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revisa Centinela-AI?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Código fuente (SAST)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Analiza el código de cada aplicación en busca de errores de programación peligrosos.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inyecciones SQL, comandos del sistema expuestos, contraseñas escritas directamente en el código.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Componentes externos (SCA)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Revisa las librerías de terceros que usa cada aplicación.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versiones con vulnerabilidades públicas ya conocidas y documentadas.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Aplicaciones en producción (DAST)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Ataca de forma controlada las aplicaciones ya publicadas, como lo haría un atacante real.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cabeceras de seguridad faltantes, fugas de información, configuraciones inseguras del sitio web.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🗄️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Bases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Verifica que las bases de datos estén correctamente cifradas y protegidas.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conexiones sin cifrado, puertos expuestos a la red abierta.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3. COBERTURA TÉCNICA (PARTE 2 DE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más revisa Centinela-AI?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Servidores (EDR)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Un agente instalado en cada servidor vigila su actividad en tiempo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procesos sospechosos, accesos indebidos, cambios no autorizados.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🕸️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Tráfico de red (NDR)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Observa las conexiones de red en busca de comunicación con servidores maliciosos conocidos.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conexiones hacia infraestructura de atacantes (Comando y Control).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Secretos y credenciales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Busca contraseñas, llaves y tokens olvidados dentro del código o archivos de configuración.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credenciales de bases de datos, API keys y llaves privadas expuestas por error.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Infraestructura como código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Revisa los archivos de configuración de servidores y contenedores antes de que se usen.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contenedores con privilegios excesivos, bases de datos configuradas como públicas.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4. CORRECCIÓN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¿Cómo corrige la IA las vulnerabilidades?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11D"/>
                </a:solidFill>
                <a:latin typeface="Calibri"/>
              </a:rPr>
              <a:t>Ningún cambio se aplica sin que una persona lo apruebe primero.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194560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956" y="2514600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detecta 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121408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Cualquiera de los 10+ motores de escaneo encuentra una vulnerabilidad real.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35808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" y="3355848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944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IA la analiza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962656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4 proveedores de Inteligencia Artificial en cadena (si uno falla, el siguiente responde) generan el diagnóstico y la corrección exacta.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" y="4197096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7856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genera la corrección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803904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Un script de servidor, o un parche de código listo para aplicarse como cambio en el repositorio (Merge Request).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718304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" y="5038344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6268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Una persona aprueba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645152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El hallazgo aparece en el panel con su explicación en lenguaje claro. Un responsable revisa y aprueba con un clic.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59552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681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aplica y se registra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8640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El sistema ejecuta el cambio y guarda un historial permanente: qué se hizo, cuándo, y quién lo aprobó.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5. ESTÁNDARES — PROCESOS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CMMI v3.0: ¿qué mide y por qué importa?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78C"/>
                </a:solidFill>
                <a:latin typeface="Calibri"/>
              </a:rPr>
              <a:t>CMMI no es una herramienta de seguridad — es una forma de medir qué tan maduro y confiable es el proceso con el que se construye el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¿Qué 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2140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modelo internacional (Capability Maturity Model Integration) que califica de 1 a 5 qué tan repetible, disciplinado y confiable es el proceso de desarrollo de software de una organización.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7296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¿Por qué le importa a un cliente o auditor?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7296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proveedor con procesos maduros comete menos errores, los corrige más rápido y deja evidencia de cada cambio — reduce el riesgo de contratarlo.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1480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¿Cómo lo mide Centinela-AI?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2452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De forma automática y objetiva, revisando el código real de cada proyecto: ¿se manejan bien los errores? ¿hay tareas pendientes sin resolver? ¿se controla la calidad del código? — no es una autoevaluación, son datos reales.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7608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Estado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27608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El motor de auditoría CMMI está activo y evaluando los repositorios de código reales de la organización, atribuyendo cada hallazgo al proyecto exacto donde ocurre.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78C"/>
                </a:solidFill>
                <a:latin typeface="Calibri"/>
              </a:rPr>
              <a:t>CAR = análisis de causa raíz de errores  ·  MSR = medición de desempeño  ·  PQA = aseguramiento de calidad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5. ESTÁNDARES — SEGURIDAD Y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ISO 27001 e ISO 25010: ¿qué miden?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78C"/>
                </a:solidFill>
                <a:latin typeface="Calibri"/>
              </a:rPr>
              <a:t>Dos normas internacionales distintas: una mide la seguridad de la información, la otra la calidad del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ISO/IEC 27001 — Seguridad de la información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2140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El estándar internacional más reconocido para gestionar la seguridad de la información. Certificarse en ISO 27001 es, para muchos clientes corporativos y de gobierno, un requisito para hacer negocios.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7296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ISO/IEC 25010 — Calidad del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7296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Define qué hace que un software sea 'bueno' más allá de que funcione: que sea mantenible, seguro, confiable y fácil de modificar sin romper otras partes.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1480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¿Cómo ayuda Centinela-AI a cumplirlas?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2452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Cada hallazgo que detecta y corrige — una contraseña expuesta, un servidor sin parches, una configuración insegura — es evidencia directa y verificable de estos controles, sin necesidad de auditorías manuales costosas.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7608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Estado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27608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Cobertura real y verificable en los controles de gestión de vulnerabilidades y monitoreo continuo. La certificación oficial (auditoría externa acreditada) es el siguiente paso, no un estado ya alcanzado.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78C"/>
                </a:solidFill>
                <a:latin typeface="Calibri"/>
              </a:rPr>
              <a:t>Centinela-AI mapea automáticamente cada hallazgo real a los controles normativos correspondientes (ISO 27001, NIST, MITRE ATT&amp;CK).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6. ESTADO ACTUAL — CON DATOS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¿Dónde está el proyecto hoy?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B778C"/>
                </a:solidFill>
                <a:latin typeface="Calibri"/>
              </a:rPr>
              <a:t>Cifras verificadas en vivo contra el sistema en producción, 13 de agosto de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82296" cy="15087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Activos monitoreados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servidores, bases de datos y repositorios de código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057400"/>
            <a:ext cx="82296" cy="1508760"/>
          </a:xfrm>
          <a:prstGeom prst="rect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8,799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Hallazgos reales activos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sube frente al 11 de agosto: varios auditores de auto-diagnóstico llevaban semanas escaneando en silencio una ruta inexistente dentro del contenedor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2057400"/>
            <a:ext cx="82296" cy="150876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1,285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Hallazgos críticos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requieren atención prioritaria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49040"/>
            <a:ext cx="82296" cy="150876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Vulnerabilidades de explotación confirmada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según el catálogo oficial CISA KEV (EE.UU.)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749040"/>
            <a:ext cx="82296" cy="1508760"/>
          </a:xfrm>
          <a:prstGeom prst="rect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Plazos de corrección vencidos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(SLA) — ya calculados y visibles para cada hallazgo crítico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3749040"/>
            <a:ext cx="82296" cy="15087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Proveedores de IA en cadena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para que el análisis nunca dependa de uno solo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778C"/>
                </a:solidFill>
                <a:latin typeface="Calibri"/>
              </a:rPr>
              <a:t>Nota de transparencia: la cifra de hallazgos subió al corregir varios auditores que llevaban tiempo devolviendo "0 hallazgos" en silencio por una ruta de análisis mal configurada — no porque haya nuevas amenazas, sino porque ahora se ven hallazgos reales que antes eran invisibles.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7. VALOR POR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le aporta a cada área de la empresa?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Dirección / Comité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0896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Reduce el riesgo real de un incidente costoso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88620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Un solo panel, sin depender de reportes dispersos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66344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Evidencia lista para clientes y auditores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🛡️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Equipo de Seguridad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Prioriza automáticamente qué atender primero</a:t>
            </a:r>
          </a:p>
        </p:txBody>
      </p:sp>
      <p:sp>
        <p:nvSpPr>
          <p:cNvPr id="19" name="Oval 18"/>
          <p:cNvSpPr/>
          <p:nvPr/>
        </p:nvSpPr>
        <p:spPr>
          <a:xfrm>
            <a:off x="4617720" y="388620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Deja de perseguir alertas repetidas o falsas</a:t>
            </a:r>
          </a:p>
        </p:txBody>
      </p:sp>
      <p:sp>
        <p:nvSpPr>
          <p:cNvPr id="21" name="Oval 20"/>
          <p:cNvSpPr/>
          <p:nvPr/>
        </p:nvSpPr>
        <p:spPr>
          <a:xfrm>
            <a:off x="4617720" y="466344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Historial completo de cada corrección aplicada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Equipo de Desarrollo</a:t>
            </a:r>
          </a:p>
        </p:txBody>
      </p:sp>
      <p:sp>
        <p:nvSpPr>
          <p:cNvPr id="26" name="Oval 25"/>
          <p:cNvSpPr/>
          <p:nvPr/>
        </p:nvSpPr>
        <p:spPr>
          <a:xfrm>
            <a:off x="8412480" y="310896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Recibe el parche ya hecho, no solo la alerta</a:t>
            </a:r>
          </a:p>
        </p:txBody>
      </p:sp>
      <p:sp>
        <p:nvSpPr>
          <p:cNvPr id="28" name="Oval 27"/>
          <p:cNvSpPr/>
          <p:nvPr/>
        </p:nvSpPr>
        <p:spPr>
          <a:xfrm>
            <a:off x="8412480" y="388620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2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Se integra como un cambio normal (Merge Request)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466344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Menos tiempo perdido investigando falsos positivos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RESUMEN PARA LA JUNTA DIRECTIVA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Lo esencial en una sola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2377440"/>
          </a:xfrm>
          <a:prstGeom prst="roundRect">
            <a:avLst>
              <a:gd name="adj" fmla="val 6000"/>
            </a:avLst>
          </a:prstGeom>
          <a:solidFill>
            <a:srgbClr val="14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423160"/>
            <a:ext cx="8503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Centinela-AI unifica en una sola plataforma soberana (sin enviar datos a la nube de terceros) lo que a otras empresas les toma comprar entre 3 y 4 productos distintos: detección de vulnerabilidades, monitoreo de servidores, cumplimiento normativo y corrección automatizada con supervisión humana.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C7D2E0"/>
                </a:solidFill>
                <a:latin typeface="Calibri"/>
              </a:rPr>
              <a:t>Próximo paso recomendado: certificación externa formal (SOC 2 / ISO 27001) para convertir la cobertura técnica ya alcanzada en una certificación oficial reconocible por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64592" cy="12801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D2E0"/>
                </a:solidFill>
                <a:latin typeface="Calibri"/>
              </a:rPr>
              <a:t>Centinela-AI: ciberseguridad continua, entendible y accionable.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